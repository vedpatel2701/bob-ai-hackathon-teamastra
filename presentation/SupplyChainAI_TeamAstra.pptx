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365760"/>
            <a:ext cx="1280160" cy="1280160"/>
          </a:xfrm>
          <a:prstGeom prst="ellipse">
            <a:avLst/>
          </a:prstGeom>
          <a:solidFill>
            <a:srgbClr val="1B6FE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63240" y="3063240"/>
            <a:ext cx="822960" cy="822960"/>
          </a:xfrm>
          <a:prstGeom prst="ellipse">
            <a:avLst/>
          </a:prstGeom>
          <a:solidFill>
            <a:srgbClr val="1B6FE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3566160"/>
            <a:ext cx="1645920" cy="1645920"/>
          </a:xfrm>
          <a:prstGeom prst="ellipse">
            <a:avLst/>
          </a:prstGeom>
          <a:solidFill>
            <a:srgbClr val="1B6FE8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320040"/>
            <a:ext cx="3657600" cy="246888"/>
          </a:xfrm>
          <a:prstGeom prst="roundRect">
            <a:avLst>
              <a:gd name="adj" fmla="val 48148"/>
            </a:avLst>
          </a:prstGeom>
          <a:solidFill>
            <a:srgbClr val="1B6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3200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IBM BoB AI INNOVATION HACKATHON 2026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7772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SupplyChainAI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737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Agentic Supply Chain Risk &amp;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Fleet Optimization Platform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6517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One platform that Predicts, Explains, Optimizes,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Simulates, and Decides — powered by AI agents.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3520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Problem Statement L2 — Supply Chain Disruption Assistant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&amp; Fleet Utilisation Optimizer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The Decision Loop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B6FE8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PREDICT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87452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002536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0025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EXPLAIN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45973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587752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5877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04495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172968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SIMULATE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63016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758184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DECIDE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TeamAstra  ·  CHARUSAT University  ·  Track: AI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Supply Chains Fail Silently — Until It’s Too Late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618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280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Unified Risk View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Shipment disruption signals — traffic, weather, congestion, warehouse status — live in separate siloed systems with no consolidated risk score.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2618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280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Root Cause Is Opaque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Operators see delays happen but cannot quickly identify which factor (supplier, route, vehicle) is the primary driver.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618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🚛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280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Fleet Allocation Is Manual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Vehicle-to-shipment matching is done manually, ignoring capacity, cost, and availability constraints simultaneously.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090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1089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What-If Analysis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Planners cannot safely simulate "what if vehicle A breaks down?" before committing resources.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3090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31089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Actionable AI Guidance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Existing BI tools show data but don’t recommend next steps or let operators ask natural-language questions.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0760" y="297180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90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1089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Rising Cost &amp; Unreliability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Unplanned delays drive up operational costs and erode delivery reliability across the logistics network.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SOLUTION OVERVIEW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SupplyChainAI — One Platform, Five Capabilities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B6FE8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ML risk 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per shipment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819656" y="1371600"/>
            <a:ext cx="2240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80260" y="109728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8026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8026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SHAP factors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root-cause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579876" y="1371600"/>
            <a:ext cx="2240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OR-Tools fleet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340096" y="1371600"/>
            <a:ext cx="2240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00700" y="109728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0070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0070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What-if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scenarios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7100316" y="1371600"/>
            <a:ext cx="2240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60920" y="109728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6092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1572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Agent copilot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recommendation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1. Operator asks a natural-language question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157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The AI agent receives the query and decides which tool to invoke: prediction model, SHAP explainer, OR-Tools optimizer, or the RAG knowledge base.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2. Tools run — agent does not invent numbers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27157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Prediction, explanation, and optimization are performed by specialized modules. The agent orchestrates results into a coherent, evidence-backed recommendation.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363016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7216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3. Operator reviews risk + optimized fleet plan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01421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 unified dashboard shows risk scores, SHAP charts, the optimized vehicle assignment, and a natural-language summary — ready for one-click action.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363016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7216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4. Simulation before committing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401421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Operators run what-if scenarios (e.g., remove a vehicle, change a route) and see projected risk and cost changes before executing the plan.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SYSTEM ARCHITECTURE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Layered Agentic Architecture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0F3460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24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PRESENTATION LAYER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4356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 Dashboard    ·    React + Tailwind CSS    ·    Risk Dashboard  ·  Fleet View  ·  Copilot Chat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92024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B4080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AGENTIC ORCHESTRATION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4140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 Agent (IBM Bob)    ·    Tool Router  ·  Conversation History  ·  RAG Retriever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89864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174DA0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ANALYTICAL SERVICES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3924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 Prediction API (FastAPI)    ·    SHAP Explainer    ·    OR-Tools Optimizer    ·    What-If Simulator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877056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8678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0A3070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DATA LAYER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370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PostgreSQL    ·    Synthetic Operational Dataset    ·    Knowledge Base (Docs &amp; Logs)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0A204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🔑  Agent orchestrates specialized tools — it does not invent numerical predictions or optimization results.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ML RISK PREDICTION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Predict Risk  ·  Explain Every Factor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7043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Prediction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36776"/>
            <a:ext cx="292608" cy="292608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636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16184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Input Features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18470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Traffic index, weather severity, congestion level, warehouse delay, supplier risk score, vehicle load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947672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292608" cy="292608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2423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Model: XGBoost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Trained on synthetic operational dataset via scikit-learn pipeline with feature engineering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752344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292608" cy="292608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2278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Output: Risk Score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4564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Probability of shipment disruption + predicted delay severity band (Low / Medium / High / Critical)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55701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050792"/>
            <a:ext cx="292608" cy="292608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" y="403250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API: FastAPI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86968" y="426110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Prediction endpoint consumed by the agent and the dashboard in real time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105156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117043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 Explainability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150876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Why is this shipment at risk?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187452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Traffic Index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27648" y="1892808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7648" y="1892808"/>
            <a:ext cx="2174443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7811" y="1874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0.82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235915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Weather Severity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27648" y="2377440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7648" y="2377440"/>
            <a:ext cx="1617574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990942" y="23591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0.61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284378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Congestion Level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27648" y="2862072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6327648" y="2862072"/>
            <a:ext cx="1272845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646213" y="28437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0.48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4846320" y="332841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Supplier Risk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27648" y="3346704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6327648" y="3346704"/>
            <a:ext cx="928116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301484" y="332841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0.35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4846320" y="38130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Warehouse Delay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27648" y="3831336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7648" y="3831336"/>
            <a:ext cx="583387" cy="18288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956755" y="38130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0.22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4846320" y="429768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Vehicle Load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27648" y="4315968"/>
            <a:ext cx="265176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6327648" y="4315968"/>
            <a:ext cx="397764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771132" y="4297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0.15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4846320" y="46177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SHAP values show each feature's contribution to the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risk score — giving operators auditable explanations,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not black-box outputs.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FLEET OPTIMIZATION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Constraint-Based Fleet Allocation with Google OR-Tools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749040" cy="3840480"/>
          </a:xfrm>
          <a:prstGeom prst="roundRect">
            <a:avLst>
              <a:gd name="adj" fmla="val 2439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704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Constraints Modelled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6002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Capacity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8288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Vehicle load limits matched to shipment weight/volume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1488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Availability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3774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Excludes vehicles already assigned or under maintenance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6974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Cost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9260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Minimizes total allocation cost across the fleet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327355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246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Utilization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747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Distributes load to avoid over/under-utilization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7947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Delivery SLA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023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Respects delivery deadline windows per shipment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5486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3434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Route Feasibility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5720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Flags vehicle–route mismatches before assignment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51960" y="1051560"/>
            <a:ext cx="4572000" cy="3840480"/>
          </a:xfrm>
          <a:prstGeom prst="roundRect">
            <a:avLst>
              <a:gd name="adj" fmla="val 2381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1170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Optimization Workflow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1572768"/>
            <a:ext cx="4206240" cy="521208"/>
          </a:xfrm>
          <a:prstGeom prst="roundRect">
            <a:avLst>
              <a:gd name="adj" fmla="val 12281"/>
            </a:avLst>
          </a:prstGeom>
          <a:solidFill>
            <a:srgbClr val="0F2A4A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07992" y="16642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1700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Shipment queue + vehicle pool ingested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209397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2212848"/>
            <a:ext cx="4206240" cy="521208"/>
          </a:xfrm>
          <a:prstGeom prst="roundRect">
            <a:avLst>
              <a:gd name="adj" fmla="val 12281"/>
            </a:avLst>
          </a:prstGeom>
          <a:solidFill>
            <a:srgbClr val="0F2A4A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2304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🧮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2340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Constraint model built (CP-SAT solver)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273405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4840" y="2852928"/>
            <a:ext cx="4206240" cy="521208"/>
          </a:xfrm>
          <a:prstGeom prst="roundRect">
            <a:avLst>
              <a:gd name="adj" fmla="val 12281"/>
            </a:avLst>
          </a:prstGeom>
          <a:solidFill>
            <a:srgbClr val="0F2A4A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07992" y="29443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2980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Solver finds optimal vehicle assignments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337413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008"/>
            <a:ext cx="4206240" cy="521208"/>
          </a:xfrm>
          <a:prstGeom prst="roundRect">
            <a:avLst>
              <a:gd name="adj" fmla="val 12281"/>
            </a:avLst>
          </a:prstGeom>
          <a:solidFill>
            <a:srgbClr val="0F2A4A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07992" y="3584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Solution scored: cost · util · SLA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4014216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4840" y="4133088"/>
            <a:ext cx="4206240" cy="521208"/>
          </a:xfrm>
          <a:prstGeom prst="roundRect">
            <a:avLst>
              <a:gd name="adj" fmla="val 12281"/>
            </a:avLst>
          </a:prstGeom>
          <a:solidFill>
            <a:srgbClr val="0F2A4A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07992" y="42245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4261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Agent presents ranked assignment 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AGENTIC AI COPILOT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Agent Orchestrating Specialized Tools + RAG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91840" y="1078992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B6FE8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Agent (IBM Bob)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Predictor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XGBoost risk scoring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SHAP Explainer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Feature attribution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OR-Tools Optimizer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77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Fleet assignment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8932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 Knowledge Base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Docs · logs · policies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89320" y="2240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 Simulator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Scenario comparison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89320" y="3474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225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Decision Synthesizer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77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Recommendation writer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71800" y="141732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65176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388620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141732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65176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88620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61772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A204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RAG:  Operator asks "Why is shipment #47 delayed?" → Agent retrieves relevant policy docs + logs, passes to LLM → Contextual, grounded answer (no hallucination).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WHAT-IF SIMULATION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Simulate Before You Act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8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 w="12700">
            <a:solidFill>
              <a:srgbClr val="1B4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 Scenario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Current fleet: 12 vehicles assigned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9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Shipments: 24 in queue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Predicted risk: 4 High-risk shipments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Estimated cost index: 100 (baseline)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27832" y="11430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3D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What-If: Vehicle #7 Unavailable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Fleet reassigned by optimizer (11 vehicles)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2139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Risk change: +2 additional High-risk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364992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Cost index: 108 (+8% vs baseline)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Agent recommends: defer 2 low-priority shipments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35624" y="11430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3D001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What-If: Severe Weather Route 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1755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Weather disruption on primary route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1396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Optimizer reroutes 6 affected shipments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Risk change: +3 High → 1 Critical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· Agent recommends: activate backup suppliers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Operator asks agent about a shipment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1618488" y="4462272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6771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26771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81051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Agent calls predictor + explainer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3035808" y="4462272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8503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8503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22783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Optimizer generates fleet plan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4453128" y="4462272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0235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10235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464515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Simulator compares scenarios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5870448" y="4462272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967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1967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606247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Agent synthesizes recommendation</a:t>
            </a:r>
            <a:endParaRPr lang="en-US" sz="650" dirty="0"/>
          </a:p>
        </p:txBody>
      </p:sp>
      <p:sp>
        <p:nvSpPr>
          <p:cNvPr id="49" name="Text 47"/>
          <p:cNvSpPr txBox="1"/>
          <p:nvPr/>
        </p:nvSpPr>
        <p:spPr>
          <a:xfrm>
            <a:off x="7287768" y="4462272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06640" y="420624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36992" y="4233672"/>
            <a:ext cx="237744" cy="237744"/>
          </a:xfrm>
          <a:prstGeom prst="ellipse">
            <a:avLst/>
          </a:prstGeom>
          <a:solidFill>
            <a:srgbClr val="1B6FE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936992" y="4233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479792" y="4507992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Operator approves + executes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LIVE DEMO HIGHLIGHTS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Platform Looks Like in Action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3931920" cy="1005840"/>
          </a:xfrm>
          <a:prstGeom prst="rect">
            <a:avLst/>
          </a:prstGeom>
          <a:solidFill>
            <a:srgbClr val="060E1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105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Risk Dashboard Screenshot ]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Risk Dashboard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Shipment list with ML risk scores, severity bands, and status indicators — real-time overview for operators.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3931920" cy="1005840"/>
          </a:xfrm>
          <a:prstGeom prst="rect">
            <a:avLst/>
          </a:prstGeom>
          <a:solidFill>
            <a:srgbClr val="060E1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8105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SHAP Explainability Panel Screenshot ]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2677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SHAP Explainability Panel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Bar chart showing each risk factor's SHAP value for a selected shipment — transparent root-cause analysis.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45536"/>
            <a:ext cx="3931920" cy="1005840"/>
          </a:xfrm>
          <a:prstGeom prst="rect">
            <a:avLst/>
          </a:prstGeom>
          <a:solidFill>
            <a:srgbClr val="060E1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644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🚛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Fleet Optimizer Output Screenshot ]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Fleet Optimizer Output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439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OR-Tools assignment result: vehicle-to-shipment map with capacity, cost, and utilization scores.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880" y="3035808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145536"/>
            <a:ext cx="3931920" cy="1005840"/>
          </a:xfrm>
          <a:prstGeom prst="rect">
            <a:avLst/>
          </a:prstGeom>
          <a:solidFill>
            <a:srgbClr val="060E1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2644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AI Copilot Chat Screenshot ]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42062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AI Copilot Chat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44439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Natural-language interface — operator asks a question, agent responds with grounded analysis and recommended action.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📽  Live demo available — see demo/demo-video-link.txt in the repository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28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4D8"/>
                </a:solidFill>
              </a:rPr>
              <a:t>TECHNOLOGY &amp; TEAM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IBM BoB Integration  ·  Stack  ·  TeamAstra  ·  Vision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10 /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0A2040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704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IBM Bob — Development Partner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48132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IBM Bob was used across the full development lifecycle — planning architecture, implementing backend services and ML pipeline, iterating on the frontend, debugging, writing documentation, and generating tests.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155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08176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</a:rPr>
              <a:t>Python · TypeScript · SQL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72768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FastAPI · Next.js · React · Tailwind CSS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A5A0"/>
                </a:solidFill>
              </a:rPr>
              <a:t>XGBoost · SHAP · scikit-learn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01952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Google OR-Tools · PostgreSQL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066544"/>
            <a:ext cx="37947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Docker · GitHub Actions · IBM Bob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22545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542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Astra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8986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Ved Patel  ·  Team Lead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289864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24cs081@charusat.edu.in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2004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Deep Patel  ·  Member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2004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24cs061@charusat.edu.in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021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Vishvesh Joshi  ·  Member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5021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24cs031@charusat.edu.in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8039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Dhyey Ghoniya  ·  Member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38039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24cs024@charusat.edu.in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0873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CHARUSAT University · Track: AI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4231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0A204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2542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What We Are Most Proud Of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8803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The strongest aspect is the combination of predictive ML, explainable AI, mathematical optimization, and an agentic AI copilot into one coherent decision-support workflow.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The AI agent does not invent numerical predictions or vehicle assignments — it orchestrates specialized analytical tools and turns their outputs into evidence-backed recommendations operators can trust.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420624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1B6FE8"/>
          </a:solidFill>
          <a:ln w="12700">
            <a:solidFill>
              <a:srgbClr val="1B6F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4279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Vision: SupplyChainAI as the universal decision layer for logistics operators —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544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where every disruption is predicted, every recommendation is explained, and every action is optimized.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2026-09-16T05:25:38Z</dcterms:created>
  <dcterms:modified xsi:type="dcterms:W3CDTF">2026-09-16T05:25:38Z</dcterms:modified>
</cp:coreProperties>
</file>